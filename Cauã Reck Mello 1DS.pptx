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3" r:id="rId5"/>
    <p:sldId id="264" r:id="rId6"/>
    <p:sldId id="258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7511"/>
    <p:restoredTop sz="96327"/>
  </p:normalViewPr>
  <p:slideViewPr>
    <p:cSldViewPr snapToGrid="0">
      <p:cViewPr>
        <p:scale>
          <a:sx n="70" d="100"/>
          <a:sy n="70" d="100"/>
        </p:scale>
        <p:origin x="-612" y="-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="" xmlns:a16="http://schemas.microsoft.com/office/drawing/2014/main" id="{EC4CDF7D-CE14-F324-E21A-E4D1B1D3EA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="" xmlns:a16="http://schemas.microsoft.com/office/drawing/2014/main" id="{BEA03A5B-0605-9422-3F3E-E3FCB5D478C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92010" y="4892704"/>
            <a:ext cx="4334717" cy="91911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45260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709CC232-D3EB-DEAC-D4F6-2814567339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10505"/>
            <a:ext cx="12192001" cy="145732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2B7AE131-185A-030B-C14D-5CF5052BF5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09539" y="112733"/>
            <a:ext cx="432149" cy="2029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25C437E4-EF22-216D-8064-91BED8FE71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50312" y="112733"/>
            <a:ext cx="1876817" cy="88669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FAB54B22-B4C7-0C49-DC75-62B597EF4A5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22781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97E04D0E-1DE7-52B5-4BE5-15B5AA82B0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01440" y="2641601"/>
            <a:ext cx="4403990" cy="9338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="" xmlns:a16="http://schemas.microsoft.com/office/drawing/2014/main" id="{ECAD9FBC-7448-E582-3020-FF62976BEC9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34" y="6712268"/>
            <a:ext cx="12192001" cy="14573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153823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564066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="" xmlns:a16="http://schemas.microsoft.com/office/drawing/2014/main" id="{B8D3994E-2F48-AC7A-CB89-89DE77EB8EAA}"/>
              </a:ext>
            </a:extLst>
          </p:cNvPr>
          <p:cNvSpPr txBox="1">
            <a:spLocks/>
          </p:cNvSpPr>
          <p:nvPr/>
        </p:nvSpPr>
        <p:spPr>
          <a:xfrm>
            <a:off x="6202470" y="4881583"/>
            <a:ext cx="5617029" cy="1391627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Atalhos do</a:t>
            </a:r>
            <a:r>
              <a:rPr lang="pt-BR" sz="16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  <a:r>
              <a:rPr lang="pt-BR" sz="1600" b="1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PowerPoint </a:t>
            </a:r>
            <a:endParaRPr lang="pt-BR" sz="16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>
              <a:lnSpc>
                <a:spcPct val="150000"/>
              </a:lnSpc>
            </a:pPr>
            <a:r>
              <a:rPr lang="pt-BR" sz="16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Desenvolvimento De Sistemas Primeiro Ano</a:t>
            </a:r>
          </a:p>
          <a:p>
            <a:pPr>
              <a:lnSpc>
                <a:spcPct val="150000"/>
              </a:lnSpc>
            </a:pPr>
            <a:r>
              <a:rPr lang="pt-BR" sz="20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Cauã </a:t>
            </a:r>
            <a:r>
              <a:rPr lang="pt-BR" sz="2000" dirty="0" err="1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Reck</a:t>
            </a:r>
            <a:r>
              <a:rPr lang="pt-BR" sz="2000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 Mello</a:t>
            </a:r>
            <a:endParaRPr lang="pt-BR" sz="2000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3" name="Imagem 2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5649"/>
            <a:ext cx="1676614" cy="167661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41278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411084" y="286603"/>
            <a:ext cx="3369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Introdução</a:t>
            </a:r>
            <a:endParaRPr lang="pt-BR" sz="4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779687"/>
            <a:ext cx="12191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Os atalhos do PowerPoint são combinações de teclas que ajudam a realizar tarefas de forma mais rápida e eficiente. Em vez de usar o mouse para tudo, é possível economizar tempo utilizando comandos simples no teclado. Esses atalhos são muito úteis principalmente para estudantes e profissionais que precisam criar apresentações com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frequência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. Além disso, aprender esses comandos facilita a organização do trabalho e melhora a produtividade, tornando o uso do PowerPoint mais prático no dia a dia.</a:t>
            </a: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890" y="-163773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3451686" y="286603"/>
            <a:ext cx="52886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Desenvolvimento</a:t>
            </a:r>
            <a:endParaRPr lang="pt-BR" sz="4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1" y="1935372"/>
            <a:ext cx="1219199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Existem vários atalhos básicos que ajudam na criação de apresentações. Por exemplo, o comando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N cria uma nova apresentação, enquanto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O abre um arquivo já existente. Para salvar rapidamente, usamos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S, que é um dos mais importantes para evitar a perda de trabalho. Outro atalho comum é o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Ctrl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M, que adiciona um novo slide. Esses comandos são essenciais para quem está começando, pois facilitam bastante o uso do programa</a:t>
            </a: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4300" y="-204716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3451686" y="286603"/>
            <a:ext cx="52886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Desenvolvimento</a:t>
            </a:r>
            <a:endParaRPr lang="pt-BR" sz="4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0" y="1525939"/>
            <a:ext cx="12191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Além dos atalhos básicos, existem também atalhos que ajudam durante a apresentação. Por exemplo, pressionar F5 inicia a apresentação desde o começo, enquanto </a:t>
            </a:r>
            <a:r>
              <a:rPr lang="pt-BR" sz="3600" b="1" i="1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Shift</a:t>
            </a:r>
            <a:r>
              <a:rPr lang="pt-BR" sz="36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+ F5 inicia do slide atual. Durante a apresentação, a tecla B deixa a tela preta e a tecla W deixa a tela branca, o que pode ser útil para focar a atenção do público. Também é possível usar as setas do teclado para avançar ou voltar os slides. Esses atalhos ajudam a tornar a apresentação mais profissional e organizada.</a:t>
            </a:r>
          </a:p>
          <a:p>
            <a:pPr algn="ctr"/>
            <a:endParaRPr lang="pt-BR" sz="3600" b="1" dirty="0" smtClean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5243" y="-232012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427915" y="286603"/>
            <a:ext cx="33361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4800" b="1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Conclusão</a:t>
            </a:r>
            <a:endParaRPr lang="pt-BR" sz="48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1" y="1539587"/>
            <a:ext cx="12191999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i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Em resumo, os atalhos do PowerPoint são ferramentas importantes que ajudam a economizar tempo e aumentar a eficiência na criação e apresentação de slides. Ao aprender e praticar esses comandos, o usuário consegue trabalhar de forma mais rápida e organizada. Por isso, é fundamental conhecer pelo menos os atalhos principais, pois eles fazem muita diferença no dia a dia, principalmente em ambientes escolares e profissionais.</a:t>
            </a:r>
          </a:p>
          <a:p>
            <a:pPr algn="ctr"/>
            <a:endParaRPr lang="pt-BR" sz="3600" b="1" dirty="0" smtClean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Imagem 3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1595" y="-286603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347594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="" xmlns:a16="http://schemas.microsoft.com/office/drawing/2014/main" id="{2048CA6E-79FE-BF7D-AF35-0F458ED105B9}"/>
              </a:ext>
            </a:extLst>
          </p:cNvPr>
          <p:cNvSpPr txBox="1">
            <a:spLocks/>
          </p:cNvSpPr>
          <p:nvPr/>
        </p:nvSpPr>
        <p:spPr>
          <a:xfrm>
            <a:off x="3558560" y="4804012"/>
            <a:ext cx="5074880" cy="279546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4800" b="1" i="1" dirty="0">
                <a:solidFill>
                  <a:schemeClr val="bg1"/>
                </a:solidFill>
                <a:latin typeface="Arial" pitchFamily="34" charset="0"/>
                <a:ea typeface="Verdana" panose="020B0604030504040204" pitchFamily="34" charset="0"/>
                <a:cs typeface="Arial" pitchFamily="34" charset="0"/>
              </a:rPr>
              <a:t>OBRIGADO</a:t>
            </a:r>
          </a:p>
        </p:txBody>
      </p:sp>
      <p:pic>
        <p:nvPicPr>
          <p:cNvPr id="3" name="Imagem 2" descr="cps-removebg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438" y="436729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11822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354</Words>
  <Application>Microsoft Macintosh PowerPoint</Application>
  <PresentationFormat>Personalizar</PresentationFormat>
  <Paragraphs>12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7" baseType="lpstr">
      <vt:lpstr>Tema do Office</vt:lpstr>
      <vt:lpstr>Slide 1</vt:lpstr>
      <vt:lpstr>Slide 2</vt:lpstr>
      <vt:lpstr>Slide 3</vt:lpstr>
      <vt:lpstr>Slide 4</vt:lpstr>
      <vt:lpstr>Slide 5</vt:lpstr>
      <vt:lpstr>Slide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Thiago Rocha</dc:creator>
  <cp:lastModifiedBy>User</cp:lastModifiedBy>
  <cp:revision>9</cp:revision>
  <dcterms:created xsi:type="dcterms:W3CDTF">2023-03-16T21:20:46Z</dcterms:created>
  <dcterms:modified xsi:type="dcterms:W3CDTF">2026-04-24T13:43:12Z</dcterms:modified>
</cp:coreProperties>
</file>