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377ED-D13B-6792-B6D0-8BEE5FB49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DDC2FE-2B8E-127E-B311-802531894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69E6E7-FBAC-1762-0DF6-8EE2CDCE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C3F802-4584-34CE-A7FF-27C7920C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3B8E9A-8B97-CE26-C36D-52B5C864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73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C7ACA-43CA-7FF4-4305-A92B354D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BC531-32F6-1D7F-C29C-23A664DEB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CADDAA-6DAA-2DA3-54FB-79CF7836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BA778A-2B8F-C22A-B4EB-C144675D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1C8DD-BD7D-DE0A-5896-2BD1A602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76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2B26E-1D46-028C-EB24-757FFB5D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5A3AEF-3A5A-C330-46C9-8340D7C05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74C46C-72DF-E25C-57F2-79FA3C50A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51A89A-E6D2-964A-AE36-43BC6C9D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5293B6-A0E3-891D-53C4-D47D299C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02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E7E7D-C471-AF4D-057B-24B560B1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C3216B-525F-A0FD-5CAC-3FFAFF1BF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34A769-C599-3660-41EA-428574A3E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C425FA-5531-CC0E-D2D4-D593512C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1FFD10-5E72-92B0-694E-ABFAEE50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D61139-B728-E4B7-FC2D-0E12EE71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04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431D4-6E20-B391-9C22-FE50DF9F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0FA9D1-954D-57F5-8B06-D82C2B65C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6DBB5E-387A-E0EA-A634-916AB2F21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44226A-0287-79C4-65E8-7368CEA34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CC09C8-EEFD-2190-5F7D-0A2662B2D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465068-7738-5853-F892-A4F9A83A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5F64A4-E63B-D3F1-15CC-46095358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B9495F-0D8A-684E-FABE-997E7742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87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AE36F-6942-FD0F-9468-E169DC0A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D6F18B-18E7-D840-5B82-682FAA16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59E214-F9E1-F8BF-2D31-B29AFDE6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3E9E2E-CE29-F20B-ABDE-F80AF7E0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05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B218C4-D917-520F-77D0-49D360FF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0CB0F6-19BA-CF12-A3EE-6F7825645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E9F36B-D666-09F3-6018-255B3D6F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57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C6500-3DD1-E9B8-7C22-C2EC0D14E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723C5-E8EF-B091-351B-D8D3DCA3B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9F744D-604A-8BF2-9D09-E236D486F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C8B5CE-CD42-6A8B-6548-4DBB4A818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EF04F9-C1A4-1559-67DE-17066B7F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635EAB-A552-B386-B628-127BE746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3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9A5B3-9E21-A919-10B4-91F7F605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6FB76-43EE-F28D-E35B-F2345E726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C61BE04-C1EB-0B07-BA0A-378AE9405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4C0F92-2146-A209-EF71-F58B037B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0B31DE-30E7-681B-7D32-4AEFE86D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B381F1-46C3-247E-F8B4-AAEB858F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43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269CA-7B01-BD17-4A93-5E7FAFC1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21203A-4D59-06C9-149F-878950C97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06BF3D-5B0F-8B54-562C-9589A020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B7B40-62B8-5572-C57D-42B6621E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227349-17B7-5322-162A-B07BAFD4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21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451EFF-A059-8C31-3015-46DB6D2E3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3F5DF3-513F-5A7D-AE63-F9AB30FAE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7768D-22CF-7265-AC08-2F9CEFD51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490FA9-8AAB-D121-058B-DB173A90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9859B8-C1D3-9A72-3361-F1C3D3D2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78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C770834-B6D3-088F-6BC0-8EFE3DA1B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2820A9-B28A-B157-A923-7DC315555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F176EA-6A00-057D-50BD-85DF91937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9212F-1F55-40C1-A07E-8794CAC2E32A}" type="datetimeFigureOut">
              <a:rPr lang="pt-BR" smtClean="0"/>
              <a:t>27/03/2026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AEABD7-34C9-25A1-965A-C7B476940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D992BF-FD90-978D-65B0-FD871F33F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E99A4-F037-443A-9DAA-3D4BC5A8B2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51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13B2B-92D7-ABEF-BC51-2DE904863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i="0" dirty="0">
                <a:effectLst/>
                <a:latin typeface="Arial Black" panose="020B0A04020102020204" pitchFamily="34" charset="0"/>
              </a:rPr>
              <a:t>Apostila: Segurança e Postura em Redes Sociais</a:t>
            </a:r>
            <a:endParaRPr lang="pt-BR" b="1" dirty="0"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DD704A-11A4-DF56-0EA8-5E4C9FCC3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1942"/>
            <a:ext cx="9144000" cy="163151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PARA</a:t>
            </a:r>
            <a:br>
              <a:rPr lang="pt-BR" dirty="0"/>
            </a:br>
            <a:r>
              <a:rPr lang="pt-BR" dirty="0"/>
              <a:t>OS </a:t>
            </a:r>
            <a:br>
              <a:rPr lang="pt-BR" dirty="0"/>
            </a:br>
            <a:r>
              <a:rPr lang="pt-BR" dirty="0"/>
              <a:t>ESTUDANTES</a:t>
            </a:r>
            <a:br>
              <a:rPr lang="pt-BR" dirty="0"/>
            </a:br>
            <a:r>
              <a:rPr lang="pt-BR" dirty="0"/>
              <a:t>DA</a:t>
            </a:r>
            <a:br>
              <a:rPr lang="pt-BR" dirty="0"/>
            </a:br>
            <a:r>
              <a:rPr lang="pt-BR" dirty="0"/>
              <a:t>ETEC</a:t>
            </a:r>
          </a:p>
        </p:txBody>
      </p:sp>
    </p:spTree>
    <p:extLst>
      <p:ext uri="{BB962C8B-B14F-4D97-AF65-F5344CB8AC3E}">
        <p14:creationId xmlns:p14="http://schemas.microsoft.com/office/powerpoint/2010/main" val="147464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9A169-ADBC-FF4C-101B-71AED3EE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08656" cy="1302707"/>
          </a:xfrm>
        </p:spPr>
        <p:txBody>
          <a:bodyPr>
            <a:noAutofit/>
          </a:bodyPr>
          <a:lstStyle/>
          <a:p>
            <a:pPr algn="ctr"/>
            <a:r>
              <a:rPr lang="pt-BR" b="1" i="0" dirty="0">
                <a:effectLst/>
                <a:latin typeface="Franklin Gothic Medium" panose="020B0603020102020204" pitchFamily="34" charset="0"/>
              </a:rPr>
              <a:t>A Exposição Irreversível nas Redes Sociais</a:t>
            </a:r>
            <a:endParaRPr lang="pt-BR" dirty="0">
              <a:latin typeface="Franklin Gothic Medium" panose="020B0603020102020204" pitchFamily="34" charset="0"/>
            </a:endParaRPr>
          </a:p>
        </p:txBody>
      </p:sp>
      <p:pic>
        <p:nvPicPr>
          <p:cNvPr id="10" name="Espaço Reservado para Imagem 9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EC40A21-C2FD-3F02-FCE3-58C277885F4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98" r="20598"/>
          <a:stretch>
            <a:fillRect/>
          </a:stretch>
        </p:blipFill>
        <p:spPr>
          <a:xfrm>
            <a:off x="5408613" y="-15875"/>
            <a:ext cx="6783387" cy="6858000"/>
          </a:xfr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790F04-A94A-AEE2-66EA-DE025043B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734" y="1302706"/>
            <a:ext cx="5183188" cy="5233086"/>
          </a:xfrm>
        </p:spPr>
        <p:txBody>
          <a:bodyPr>
            <a:noAutofit/>
          </a:bodyPr>
          <a:lstStyle/>
          <a:p>
            <a:pPr algn="ctr"/>
            <a:r>
              <a:rPr lang="pt-BR" sz="22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oogle Sans"/>
              </a:rPr>
              <a:t>É fundamental que o estudante compreenda que a internet funciona como um grande espaço público onde o que é postado dificilmente pode ser apagado ou controlado de forma definitiva . Nas redes sociais, as informações se propagam com uma velocidade impressionante e, uma vez que um conteúdo é divulgado, qualquer pessoa pode copiá-lo e passá-lo adiante, tornando-o acessível tanto agora quanto no futuro . Por isso, a regra de ouro é "pense bem antes de postar": avalie se aquela foto, comentário ou vídeo é algo que você gostaria que um recrutador ou um professor visse daqui a alguns anos, pois a sua pegada digital é permanente.</a:t>
            </a:r>
            <a:endParaRPr lang="pt-BR" sz="2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37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9E51B-58B2-DCC9-0087-C2F786E1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500187"/>
          </a:xfrm>
        </p:spPr>
        <p:txBody>
          <a:bodyPr>
            <a:noAutofit/>
          </a:bodyPr>
          <a:lstStyle/>
          <a:p>
            <a:pPr algn="ctr"/>
            <a:r>
              <a:rPr lang="pt-BR" sz="5400" b="1" i="0" dirty="0">
                <a:effectLst/>
                <a:latin typeface="Google Sans"/>
              </a:rPr>
              <a:t>Gerenciamento de Privacidade e Blindagem de Contas</a:t>
            </a:r>
            <a:endParaRPr lang="pt-BR" sz="54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FB1B10-DF03-2C58-3153-57CDFCF47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350" y="2390807"/>
            <a:ext cx="12192000" cy="4335670"/>
          </a:xfrm>
        </p:spPr>
        <p:txBody>
          <a:bodyPr>
            <a:noAutofit/>
          </a:bodyPr>
          <a:lstStyle/>
          <a:p>
            <a:pPr algn="ctr"/>
            <a:r>
              <a:rPr lang="pt-BR" sz="3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ranklin Gothic Medium" panose="020B0603020102020204" pitchFamily="34" charset="0"/>
              </a:rPr>
              <a:t>A segurança dos seus dados depende diretamente de quão seletivo você é com quem deixa entrar na sua rede. Aceitar qualquer solicitação de amizade facilita a ação de pessoas mal-intencionadas e aumenta o risco de exposição de dados sensíveis e listas de contatos (p. 5). Além de configurar sua conta como privada sempre que possível, é vital proteger o acesso técnico: crie senhas fortes e ative obrigatoriamente a </a:t>
            </a:r>
            <a:r>
              <a:rPr lang="pt-BR" sz="31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ranklin Gothic Medium" panose="020B0603020102020204" pitchFamily="34" charset="0"/>
              </a:rPr>
              <a:t>verificação em duas etapas</a:t>
            </a:r>
            <a:r>
              <a:rPr lang="pt-BR" sz="3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ranklin Gothic Medium" panose="020B0603020102020204" pitchFamily="34" charset="0"/>
              </a:rPr>
              <a:t>. Lembre-se que contas invadidas são usadas por criminosos para espalhar malware e aplicar golpes em seus amigos, aproveitando-se da confiança que eles têm em você.</a:t>
            </a:r>
            <a:endParaRPr lang="pt-BR" sz="3100" dirty="0">
              <a:solidFill>
                <a:schemeClr val="tx1">
                  <a:lumMod val="50000"/>
                  <a:lumOff val="50000"/>
                </a:schemeClr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9A169-ADBC-FF4C-101B-71AED3EE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08656" cy="1302707"/>
          </a:xfrm>
        </p:spPr>
        <p:txBody>
          <a:bodyPr>
            <a:noAutofit/>
          </a:bodyPr>
          <a:lstStyle/>
          <a:p>
            <a:pPr algn="ctr"/>
            <a:r>
              <a:rPr lang="pt-BR" b="1" i="0" dirty="0">
                <a:effectLst/>
                <a:latin typeface="Google Sans"/>
              </a:rPr>
              <a:t>Postura Ética e Reputação Profissional Online</a:t>
            </a:r>
            <a:endParaRPr lang="pt-BR" dirty="0">
              <a:latin typeface="Franklin Gothic Medium" panose="020B0603020102020204" pitchFamily="34" charset="0"/>
            </a:endParaRPr>
          </a:p>
        </p:txBody>
      </p:sp>
      <p:pic>
        <p:nvPicPr>
          <p:cNvPr id="12" name="Espaço Reservado para Imagem 11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03A3719-7E1F-FB06-CDB6-EC668E52E82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2" r="25272"/>
          <a:stretch>
            <a:fillRect/>
          </a:stretch>
        </p:blipFill>
        <p:spPr>
          <a:xfrm>
            <a:off x="5408613" y="0"/>
            <a:ext cx="6783387" cy="6858000"/>
          </a:xfr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790F04-A94A-AEE2-66EA-DE025043B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734" y="1302705"/>
            <a:ext cx="5183188" cy="5436297"/>
          </a:xfrm>
        </p:spPr>
        <p:txBody>
          <a:bodyPr>
            <a:noAutofit/>
          </a:bodyPr>
          <a:lstStyle/>
          <a:p>
            <a:pPr algn="ctr"/>
            <a:r>
              <a:rPr lang="pt-BR" sz="24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oogle Sans"/>
              </a:rPr>
              <a:t>Para o aluno que busca ingressar no mercado de trabalho, as redes sociais são uma extensão do currículo. Empresas e recrutadores analisam o conjunto de informações postadas para conhecer o perfil do candidato. É necessário ter cuidado extremo com o que se curte ou compartilha, pois essas interações demonstram apoio ao conteúdo; interagir com postagens de violência, discriminação ou calúnia pode gerar consequências graves, inclusive judiciais. Além disso, respeite a privacidade alheia: nunca poste fotos de terceiros ou compartilhe hábitos de outras pessoas sem autorização prévia</a:t>
            </a:r>
            <a:r>
              <a:rPr lang="pt-BR" sz="28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oogle Sans"/>
              </a:rPr>
              <a:t>.</a:t>
            </a:r>
            <a:endParaRPr lang="pt-BR" sz="2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15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9E51B-58B2-DCC9-0087-C2F786E1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0"/>
            <a:ext cx="10515600" cy="1500187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i="0" dirty="0">
                <a:effectLst/>
                <a:latin typeface="Google Sans"/>
              </a:rPr>
              <a:t>Combate à Desinformação e Denúncia de Abusos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FB1B10-DF03-2C58-3153-57CDFCF47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350" y="2390807"/>
            <a:ext cx="12192000" cy="4335670"/>
          </a:xfrm>
        </p:spPr>
        <p:txBody>
          <a:bodyPr>
            <a:noAutofit/>
          </a:bodyPr>
          <a:lstStyle/>
          <a:p>
            <a:pPr algn="ctr"/>
            <a:r>
              <a:rPr lang="pt-BR" sz="32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oogle Sans"/>
              </a:rPr>
              <a:t>O ambiente digital está repleto de informações falsas, maliciosas e perfis que tentam se passar por outros. Acreditar cegamente em tudo o que circula facilita a ação de golpistas, por isso é essencial buscar informações em fontes oficiais e desconfiar de links e anúncios patrocinados, mesmo que venham de pessoas conhecidas. Caso identifique conteúdos indevidos, contas falsas ou tentativas de golpe, utilize as ferramentas de denúncia das plataformas. Denunciar ajuda a rede a identificar infratores e protege toda a comunidade escolar de cair em armadilhas digitais.</a:t>
            </a:r>
            <a:endParaRPr lang="pt-BR" sz="3200" b="1" dirty="0">
              <a:solidFill>
                <a:schemeClr val="tx1">
                  <a:lumMod val="50000"/>
                  <a:lumOff val="50000"/>
                </a:schemeClr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792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457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Arial Black</vt:lpstr>
      <vt:lpstr>Franklin Gothic Medium</vt:lpstr>
      <vt:lpstr>Google Sans</vt:lpstr>
      <vt:lpstr>Tema do Office</vt:lpstr>
      <vt:lpstr>Apostila: Segurança e Postura em Redes Sociais</vt:lpstr>
      <vt:lpstr>A Exposição Irreversível nas Redes Sociais</vt:lpstr>
      <vt:lpstr>Gerenciamento de Privacidade e Blindagem de Contas</vt:lpstr>
      <vt:lpstr>Postura Ética e Reputação Profissional Online</vt:lpstr>
      <vt:lpstr>Combate à Desinformação e Denúncia de Abusos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Etec</dc:creator>
  <cp:lastModifiedBy>Etec</cp:lastModifiedBy>
  <cp:revision>1</cp:revision>
  <dcterms:created xsi:type="dcterms:W3CDTF">2026-03-27T17:40:19Z</dcterms:created>
  <dcterms:modified xsi:type="dcterms:W3CDTF">2026-03-27T18:03:05Z</dcterms:modified>
</cp:coreProperties>
</file>